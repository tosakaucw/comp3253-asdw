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57" r:id="rId4"/>
    <p:sldId id="274" r:id="rId5"/>
    <p:sldId id="268" r:id="rId6"/>
    <p:sldId id="271" r:id="rId7"/>
    <p:sldId id="264" r:id="rId8"/>
    <p:sldId id="265" r:id="rId9"/>
    <p:sldId id="273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4678B-75F3-4AD9-8A23-B1F5D130569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D179-E749-4173-900A-1FE6FD905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07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distribute</a:t>
            </a:r>
            <a:r>
              <a:rPr lang="en-US" baseline="0" dirty="0"/>
              <a:t> Project Description v2 yet.  Teacher use it as reference to answer students’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8D179-E749-4173-900A-1FE6FD9055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09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distribute</a:t>
            </a:r>
            <a:r>
              <a:rPr lang="en-US" baseline="0" dirty="0"/>
              <a:t> Project Description v2 yet.  Teacher use it as reference to answer students’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8D179-E749-4173-900A-1FE6FD9055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8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distribute</a:t>
            </a:r>
            <a:r>
              <a:rPr lang="en-US" baseline="0" dirty="0"/>
              <a:t> Project </a:t>
            </a:r>
            <a:r>
              <a:rPr lang="en-US" baseline="0"/>
              <a:t>Description Long </a:t>
            </a:r>
            <a:r>
              <a:rPr lang="en-US" baseline="0" dirty="0"/>
              <a:t>yet.  Teacher use it as reference to answer students’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8D179-E749-4173-900A-1FE6FD9055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5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8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8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0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4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6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2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4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4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0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7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FCC2B-EE3F-4562-A88A-4D0DE3F39FD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92847-A4CE-47CA-866B-E8BAE6E3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1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2 Tasks</a:t>
            </a:r>
            <a:br>
              <a:rPr lang="en-US" dirty="0"/>
            </a:br>
            <a:r>
              <a:rPr lang="en-US" sz="4400" dirty="0"/>
              <a:t>Part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Software Development Workshop III</a:t>
            </a:r>
          </a:p>
          <a:p>
            <a:r>
              <a:rPr lang="en-US" dirty="0"/>
              <a:t>2025 Spring</a:t>
            </a:r>
          </a:p>
        </p:txBody>
      </p:sp>
    </p:spTree>
    <p:extLst>
      <p:ext uri="{BB962C8B-B14F-4D97-AF65-F5344CB8AC3E}">
        <p14:creationId xmlns:p14="http://schemas.microsoft.com/office/powerpoint/2010/main" val="168745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63D4-7C25-437A-8C3B-B8B2FF92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Sit with your Team in the correct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953F2-171B-4EA6-9341-845308FA7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Teams</a:t>
            </a:r>
            <a:r>
              <a:rPr lang="en-US" dirty="0"/>
              <a:t> have been formed and assigned to sections.</a:t>
            </a:r>
          </a:p>
          <a:p>
            <a:pPr lvl="1"/>
            <a:r>
              <a:rPr lang="en-US" dirty="0"/>
              <a:t>Notifications have been made by UIC email, </a:t>
            </a:r>
            <a:r>
              <a:rPr lang="en-US" dirty="0" err="1"/>
              <a:t>WeCom</a:t>
            </a:r>
            <a:r>
              <a:rPr lang="en-US" dirty="0"/>
              <a:t> and in iSpace.</a:t>
            </a:r>
          </a:p>
          <a:p>
            <a:endParaRPr lang="en-US" dirty="0"/>
          </a:p>
          <a:p>
            <a:r>
              <a:rPr lang="en-US" dirty="0"/>
              <a:t>Are you sitting with your team in the correct section?</a:t>
            </a:r>
          </a:p>
          <a:p>
            <a:pPr lvl="1"/>
            <a:r>
              <a:rPr lang="en-US" dirty="0"/>
              <a:t>Section 1		</a:t>
            </a:r>
            <a:r>
              <a:rPr lang="en-US" dirty="0" err="1"/>
              <a:t>Tianhui</a:t>
            </a:r>
            <a:r>
              <a:rPr lang="en-US" dirty="0"/>
              <a:t> MENG		T29-101</a:t>
            </a:r>
          </a:p>
          <a:p>
            <a:pPr lvl="1"/>
            <a:r>
              <a:rPr lang="en-US" dirty="0"/>
              <a:t>Section 2		Judy FENG		T4-301</a:t>
            </a:r>
          </a:p>
          <a:p>
            <a:pPr lvl="1"/>
            <a:r>
              <a:rPr lang="en-US" dirty="0"/>
              <a:t>Section 3		Jefferson FONG	T8-303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538"/>
          </a:xfrm>
        </p:spPr>
        <p:txBody>
          <a:bodyPr/>
          <a:lstStyle/>
          <a:p>
            <a:r>
              <a:rPr lang="en-US" dirty="0"/>
              <a:t>GitLab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9494"/>
            <a:ext cx="10515600" cy="460747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The head TA Nina was able to invite some students into GitLab.</a:t>
            </a:r>
          </a:p>
          <a:p>
            <a:r>
              <a:rPr lang="en-US" dirty="0">
                <a:latin typeface="Calibri" panose="020F0502020204030204" pitchFamily="34" charset="0"/>
              </a:rPr>
              <a:t>For those who weren’t invited successfully, please try to login Gitlab.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See the notice from Nina or jump to Task 3 slide below.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Then she can invite you in.</a:t>
            </a:r>
          </a:p>
          <a:p>
            <a:pPr marL="0" indent="0">
              <a:buNone/>
            </a:pPr>
            <a:endParaRPr lang="en-US" sz="8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 startAt="4"/>
            </a:pP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31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538"/>
          </a:xfrm>
        </p:spPr>
        <p:txBody>
          <a:bodyPr/>
          <a:lstStyle/>
          <a:p>
            <a:r>
              <a:rPr lang="en-US" dirty="0"/>
              <a:t>Main Tasks, part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9494"/>
            <a:ext cx="10515600" cy="4607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Hour 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</a:rPr>
              <a:t>Teacher explains the Meeting Minutes template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</a:rPr>
              <a:t>Hold a meeting, select a team leader and a secretary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</a:rPr>
              <a:t>Introduce GitLab guide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Hour 2, </a:t>
            </a:r>
            <a:r>
              <a:rPr lang="en-US">
                <a:latin typeface="Calibri" panose="020F0502020204030204" pitchFamily="34" charset="0"/>
              </a:rPr>
              <a:t>first 20 </a:t>
            </a:r>
            <a:r>
              <a:rPr lang="en-US" dirty="0">
                <a:latin typeface="Calibri" panose="020F0502020204030204" pitchFamily="34" charset="0"/>
              </a:rPr>
              <a:t>minutes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>
                <a:latin typeface="Calibri" panose="020F0502020204030204" pitchFamily="34" charset="0"/>
              </a:rPr>
              <a:t>Question</a:t>
            </a:r>
            <a:r>
              <a:rPr lang="en-US" b="0" i="0" u="none" strike="noStrike" dirty="0">
                <a:latin typeface="Calibri" panose="020F0502020204030204" pitchFamily="34" charset="0"/>
              </a:rPr>
              <a:t> list 1</a:t>
            </a:r>
          </a:p>
          <a:p>
            <a:pPr marL="0" indent="0">
              <a:buNone/>
            </a:pPr>
            <a:endParaRPr lang="en-US" sz="8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 startAt="4"/>
            </a:pP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9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424"/>
          </a:xfrm>
        </p:spPr>
        <p:txBody>
          <a:bodyPr/>
          <a:lstStyle/>
          <a:p>
            <a:r>
              <a:rPr lang="en-US" dirty="0"/>
              <a:t>Task 1: Meeting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4715"/>
            <a:ext cx="10515600" cy="4820915"/>
          </a:xfrm>
        </p:spPr>
        <p:txBody>
          <a:bodyPr>
            <a:normAutofit/>
          </a:bodyPr>
          <a:lstStyle/>
          <a:p>
            <a:r>
              <a:rPr lang="en-US" dirty="0"/>
              <a:t>Teacher explains the meeting minutes template.</a:t>
            </a:r>
          </a:p>
          <a:p>
            <a:pPr lvl="1"/>
            <a:r>
              <a:rPr lang="en-US" dirty="0"/>
              <a:t>Download the template from iSpace.</a:t>
            </a:r>
            <a:endParaRPr lang="en-US" sz="800" dirty="0"/>
          </a:p>
          <a:p>
            <a:r>
              <a:rPr lang="en-US" dirty="0"/>
              <a:t>Each team holds a meeting in every lab.</a:t>
            </a:r>
          </a:p>
          <a:p>
            <a:pPr lvl="1"/>
            <a:r>
              <a:rPr lang="en-US" dirty="0"/>
              <a:t>The meeting minutes should contains a short summary of the meeting. </a:t>
            </a:r>
          </a:p>
          <a:p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this week only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each student </a:t>
            </a:r>
            <a:r>
              <a:rPr lang="en-US" dirty="0"/>
              <a:t>submits his or her own version of the meeting minutes to </a:t>
            </a:r>
            <a:r>
              <a:rPr lang="en-US" dirty="0">
                <a:solidFill>
                  <a:srgbClr val="0070C0"/>
                </a:solidFill>
              </a:rPr>
              <a:t>iSpace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Don’t copy from each other.</a:t>
            </a:r>
            <a:endParaRPr lang="en-US" sz="800" dirty="0"/>
          </a:p>
          <a:p>
            <a:r>
              <a:rPr lang="en-US" dirty="0">
                <a:solidFill>
                  <a:srgbClr val="0070C0"/>
                </a:solidFill>
              </a:rPr>
              <a:t>In each week</a:t>
            </a:r>
            <a:r>
              <a:rPr lang="en-US" dirty="0"/>
              <a:t>, the </a:t>
            </a:r>
            <a:r>
              <a:rPr lang="en-US" dirty="0">
                <a:solidFill>
                  <a:srgbClr val="0070C0"/>
                </a:solidFill>
              </a:rPr>
              <a:t>secretary </a:t>
            </a:r>
            <a:r>
              <a:rPr lang="en-US" dirty="0"/>
              <a:t>submits the official version of the minutes to </a:t>
            </a:r>
            <a:r>
              <a:rPr lang="en-US" dirty="0" err="1">
                <a:solidFill>
                  <a:srgbClr val="0070C0"/>
                </a:solidFill>
              </a:rPr>
              <a:t>GitLab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786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424"/>
          </a:xfrm>
        </p:spPr>
        <p:txBody>
          <a:bodyPr/>
          <a:lstStyle/>
          <a:p>
            <a:r>
              <a:rPr lang="en-US" dirty="0"/>
              <a:t>Task 2: Hold a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4716"/>
            <a:ext cx="10515600" cy="4632248"/>
          </a:xfrm>
        </p:spPr>
        <p:txBody>
          <a:bodyPr>
            <a:normAutofit/>
          </a:bodyPr>
          <a:lstStyle/>
          <a:p>
            <a:r>
              <a:rPr lang="en-US" dirty="0"/>
              <a:t>Each team holds a meeting.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Main issue</a:t>
            </a:r>
            <a:r>
              <a:rPr lang="en-US" dirty="0"/>
              <a:t>: choose a </a:t>
            </a:r>
            <a:r>
              <a:rPr lang="en-US" dirty="0">
                <a:solidFill>
                  <a:srgbClr val="0070C0"/>
                </a:solidFill>
              </a:rPr>
              <a:t>team leader </a:t>
            </a:r>
            <a:r>
              <a:rPr lang="en-US" dirty="0"/>
              <a:t>and a </a:t>
            </a:r>
            <a:r>
              <a:rPr lang="en-US" dirty="0">
                <a:solidFill>
                  <a:srgbClr val="0070C0"/>
                </a:solidFill>
              </a:rPr>
              <a:t>secretary.</a:t>
            </a:r>
          </a:p>
          <a:p>
            <a:pPr lvl="1"/>
            <a:r>
              <a:rPr lang="en-US" dirty="0"/>
              <a:t>In meeting minutes, record the leader and secretary selected.</a:t>
            </a:r>
          </a:p>
          <a:p>
            <a:pPr lvl="1"/>
            <a:r>
              <a:rPr lang="en-US" dirty="0"/>
              <a:t>More items will be given later this in these slides.</a:t>
            </a:r>
          </a:p>
          <a:p>
            <a:pPr lvl="1"/>
            <a:r>
              <a:rPr lang="en-US" dirty="0"/>
              <a:t>In future meetings, state which</a:t>
            </a:r>
            <a:r>
              <a:rPr lang="en-US" dirty="0">
                <a:solidFill>
                  <a:srgbClr val="0070C0"/>
                </a:solidFill>
              </a:rPr>
              <a:t> sub-tasks </a:t>
            </a:r>
            <a:r>
              <a:rPr lang="en-US" dirty="0"/>
              <a:t>were </a:t>
            </a:r>
            <a:r>
              <a:rPr lang="en-US" dirty="0">
                <a:solidFill>
                  <a:srgbClr val="0070C0"/>
                </a:solidFill>
              </a:rPr>
              <a:t>assigned</a:t>
            </a:r>
            <a:r>
              <a:rPr lang="en-US" dirty="0"/>
              <a:t> to which team </a:t>
            </a:r>
            <a:r>
              <a:rPr lang="en-US" dirty="0">
                <a:solidFill>
                  <a:srgbClr val="0070C0"/>
                </a:solidFill>
              </a:rPr>
              <a:t>members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sz="800" dirty="0"/>
          </a:p>
          <a:p>
            <a:r>
              <a:rPr lang="en-US" dirty="0"/>
              <a:t>In every lab for the rest of the semester, </a:t>
            </a:r>
          </a:p>
          <a:p>
            <a:pPr lvl="1"/>
            <a:r>
              <a:rPr lang="en-US" dirty="0"/>
              <a:t>Each team holds a meeting.</a:t>
            </a:r>
          </a:p>
          <a:p>
            <a:pPr lvl="1"/>
            <a:r>
              <a:rPr lang="en-US" dirty="0"/>
              <a:t>Secretary submit the minutes to </a:t>
            </a:r>
            <a:r>
              <a:rPr lang="en-US" dirty="0" err="1"/>
              <a:t>GitLab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Don’t need to submit the minutes to iSpace after this week.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13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424"/>
          </a:xfrm>
        </p:spPr>
        <p:txBody>
          <a:bodyPr/>
          <a:lstStyle/>
          <a:p>
            <a:r>
              <a:rPr lang="en-US" dirty="0"/>
              <a:t>Task 3: Git GUI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1550"/>
            <a:ext cx="10515600" cy="47654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Follow the </a:t>
            </a:r>
            <a:r>
              <a:rPr lang="en-US" dirty="0" err="1"/>
              <a:t>Git</a:t>
            </a:r>
            <a:r>
              <a:rPr lang="en-US" dirty="0"/>
              <a:t> tutorial in iSpace</a:t>
            </a:r>
          </a:p>
          <a:p>
            <a:r>
              <a:rPr lang="en-US" dirty="0"/>
              <a:t>You should learn</a:t>
            </a:r>
          </a:p>
          <a:p>
            <a:pPr lvl="1"/>
            <a:r>
              <a:rPr lang="en-US" dirty="0"/>
              <a:t>How to install </a:t>
            </a:r>
            <a:r>
              <a:rPr lang="en-US" dirty="0" err="1"/>
              <a:t>Git</a:t>
            </a:r>
            <a:r>
              <a:rPr lang="en-US" dirty="0"/>
              <a:t> GUI</a:t>
            </a:r>
          </a:p>
          <a:p>
            <a:pPr lvl="1"/>
            <a:r>
              <a:rPr lang="en-US" dirty="0"/>
              <a:t>Create a repository</a:t>
            </a:r>
          </a:p>
          <a:p>
            <a:pPr lvl="1"/>
            <a:r>
              <a:rPr lang="en-US" dirty="0"/>
              <a:t>Commit and push</a:t>
            </a:r>
          </a:p>
          <a:p>
            <a:pPr lvl="1"/>
            <a:r>
              <a:rPr lang="en-US" dirty="0"/>
              <a:t>Invite collaborators</a:t>
            </a:r>
          </a:p>
          <a:p>
            <a:pPr lvl="1"/>
            <a:r>
              <a:rPr lang="en-US" dirty="0"/>
              <a:t>Resolve code conflicts</a:t>
            </a:r>
          </a:p>
          <a:p>
            <a:r>
              <a:rPr lang="en-US" dirty="0"/>
              <a:t>Secretary creates a folder in Git GUI to hold the official minutes of the team.</a:t>
            </a:r>
          </a:p>
          <a:p>
            <a:endParaRPr lang="en-US" sz="800" dirty="0"/>
          </a:p>
          <a:p>
            <a:r>
              <a:rPr lang="en-US" dirty="0"/>
              <a:t>If you could not completed the tutorial in hour 1, finish it later in the lab or after class.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456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424"/>
          </a:xfrm>
        </p:spPr>
        <p:txBody>
          <a:bodyPr/>
          <a:lstStyle/>
          <a:p>
            <a:r>
              <a:rPr lang="en-US" dirty="0"/>
              <a:t>Task 3: Git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1550"/>
            <a:ext cx="10515600" cy="47654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campus		code.</a:t>
            </a:r>
            <a:r>
              <a:rPr lang="en-US" dirty="0">
                <a:solidFill>
                  <a:srgbClr val="FF0000"/>
                </a:solidFill>
              </a:rPr>
              <a:t>bnbu</a:t>
            </a:r>
            <a:r>
              <a:rPr lang="en-US" dirty="0"/>
              <a:t>.edu.cn</a:t>
            </a:r>
          </a:p>
          <a:p>
            <a:pPr marL="0" indent="0">
              <a:buNone/>
            </a:pPr>
            <a:r>
              <a:rPr lang="en-US" dirty="0"/>
              <a:t>Off campus, use VPN to access this site.</a:t>
            </a:r>
          </a:p>
          <a:p>
            <a:pPr marL="0" indent="0">
              <a:buNone/>
            </a:pPr>
            <a:r>
              <a:rPr lang="en-US" dirty="0"/>
              <a:t>Username: 		</a:t>
            </a:r>
            <a:r>
              <a:rPr lang="en-US" dirty="0" err="1"/>
              <a:t>rXXXXXXXXXX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(Your ID, starting with a letter)</a:t>
            </a:r>
          </a:p>
          <a:p>
            <a:pPr marL="0" indent="0">
              <a:buNone/>
            </a:pPr>
            <a:r>
              <a:rPr lang="en-US" dirty="0"/>
              <a:t>Password:		(Please change your password)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64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424"/>
          </a:xfrm>
        </p:spPr>
        <p:txBody>
          <a:bodyPr/>
          <a:lstStyle/>
          <a:p>
            <a:r>
              <a:rPr lang="en-US" dirty="0"/>
              <a:t>Task 3: Corrections to GitTutorial.docx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1550"/>
            <a:ext cx="10515600" cy="476541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In GitTutorial.docx,</a:t>
            </a:r>
            <a:endParaRPr lang="en-US" dirty="0"/>
          </a:p>
          <a:p>
            <a:r>
              <a:rPr lang="en-US" dirty="0"/>
              <a:t>Change code.</a:t>
            </a:r>
            <a:r>
              <a:rPr lang="en-US" dirty="0">
                <a:solidFill>
                  <a:srgbClr val="FF0000"/>
                </a:solidFill>
              </a:rPr>
              <a:t>uic</a:t>
            </a:r>
            <a:r>
              <a:rPr lang="en-US" dirty="0"/>
              <a:t>.edu.cn to code.</a:t>
            </a:r>
            <a:r>
              <a:rPr lang="en-US" dirty="0">
                <a:solidFill>
                  <a:srgbClr val="FF0000"/>
                </a:solidFill>
              </a:rPr>
              <a:t>bnbu</a:t>
            </a:r>
            <a:r>
              <a:rPr lang="en-US" dirty="0"/>
              <a:t>.edu.cn</a:t>
            </a:r>
          </a:p>
          <a:p>
            <a:r>
              <a:rPr lang="en-US" dirty="0"/>
              <a:t>In 06 Make, commit and push changes</a:t>
            </a:r>
          </a:p>
          <a:p>
            <a:pPr lvl="1"/>
            <a:r>
              <a:rPr lang="en-US" dirty="0"/>
              <a:t>Should be “Changing </a:t>
            </a:r>
            <a:r>
              <a:rPr lang="en-US" dirty="0">
                <a:highlight>
                  <a:srgbClr val="FFFF00"/>
                </a:highlight>
              </a:rPr>
              <a:t>minute</a:t>
            </a:r>
            <a:r>
              <a:rPr lang="en-US" dirty="0"/>
              <a:t> to </a:t>
            </a:r>
            <a:r>
              <a:rPr lang="en-US" dirty="0">
                <a:highlight>
                  <a:srgbClr val="FFFF00"/>
                </a:highlight>
              </a:rPr>
              <a:t>minutes</a:t>
            </a:r>
            <a:r>
              <a:rPr lang="en-US" dirty="0"/>
              <a:t> does not …”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9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538"/>
          </a:xfrm>
        </p:spPr>
        <p:txBody>
          <a:bodyPr/>
          <a:lstStyle/>
          <a:p>
            <a:r>
              <a:rPr lang="en-US" dirty="0"/>
              <a:t>Task 4: Prepare a list of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664"/>
            <a:ext cx="10515600" cy="2782436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Download and read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Project Description Short </a:t>
            </a:r>
            <a:r>
              <a:rPr lang="en-US" dirty="0">
                <a:latin typeface="Calibri" panose="020F0502020204030204" pitchFamily="34" charset="0"/>
              </a:rPr>
              <a:t>from iSpace. </a:t>
            </a:r>
          </a:p>
          <a:p>
            <a:r>
              <a:rPr lang="en-US" b="0" i="0" u="none" strike="noStrike" baseline="0" dirty="0">
                <a:latin typeface="Calibri" panose="020F0502020204030204" pitchFamily="34" charset="0"/>
              </a:rPr>
              <a:t>Each </a:t>
            </a:r>
            <a:r>
              <a:rPr lang="en-US" dirty="0">
                <a:latin typeface="Calibri" panose="020F0502020204030204" pitchFamily="34" charset="0"/>
              </a:rPr>
              <a:t>team</a:t>
            </a:r>
            <a:r>
              <a:rPr lang="en-US" b="0" i="0" u="none" strike="noStrike" dirty="0">
                <a:latin typeface="Calibri" panose="020F0502020204030204" pitchFamily="34" charset="0"/>
              </a:rPr>
              <a:t> 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C</a:t>
            </a:r>
            <a:r>
              <a:rPr lang="en-US" b="0" i="0" u="none" strike="noStrike" dirty="0">
                <a:latin typeface="Calibri" panose="020F0502020204030204" pitchFamily="34" charset="0"/>
              </a:rPr>
              <a:t>omes up with a list of questions to elicit more details for the project</a:t>
            </a:r>
            <a:endParaRPr lang="en-US" b="0" i="0" u="none" strike="noStrike" baseline="0" dirty="0">
              <a:latin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</a:rPr>
              <a:t>Prepares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one list </a:t>
            </a:r>
            <a:r>
              <a:rPr lang="en-US" dirty="0">
                <a:latin typeface="Calibri" panose="020F0502020204030204" pitchFamily="34" charset="0"/>
              </a:rPr>
              <a:t>of questions and submit one copy to both </a:t>
            </a: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</a:rPr>
              <a:t>GitLab</a:t>
            </a:r>
            <a:r>
              <a:rPr lang="en-US" dirty="0">
                <a:latin typeface="Calibri" panose="020F050202020403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iSpace</a:t>
            </a:r>
          </a:p>
          <a:p>
            <a:r>
              <a:rPr lang="en-US" dirty="0">
                <a:latin typeface="Calibri" panose="020F0502020204030204" pitchFamily="34" charset="0"/>
              </a:rPr>
              <a:t>Teacher, pretending to the customer, will answer a couple of your sample questions.</a:t>
            </a:r>
          </a:p>
          <a:p>
            <a:pPr marL="0" indent="0">
              <a:buNone/>
            </a:pPr>
            <a:endParaRPr lang="en-US" sz="8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 startAt="4"/>
            </a:pP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19088" y="4372708"/>
            <a:ext cx="4696266" cy="1591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Team leader </a:t>
            </a:r>
            <a:r>
              <a:rPr lang="en-US" dirty="0">
                <a:latin typeface="Calibri" panose="020F0502020204030204" pitchFamily="34" charset="0"/>
              </a:rPr>
              <a:t>submits in class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20 minutes from now</a:t>
            </a:r>
          </a:p>
          <a:p>
            <a:pPr lvl="1"/>
            <a:r>
              <a:rPr lang="en-US" dirty="0">
                <a:latin typeface="Calibri" panose="020F0502020204030204" pitchFamily="34" charset="0"/>
              </a:rPr>
              <a:t>Before part B of this lab.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 startAt="4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5" name="Picture 8" descr="MC900055662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488" y="3780656"/>
            <a:ext cx="4173612" cy="251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413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642</Words>
  <Application>Microsoft Office PowerPoint</Application>
  <PresentationFormat>Widescreen</PresentationFormat>
  <Paragraphs>85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Lab 2 Tasks Part A</vt:lpstr>
      <vt:lpstr>Sit with your Team in the correct Section</vt:lpstr>
      <vt:lpstr>GitLab Issues</vt:lpstr>
      <vt:lpstr>Main Tasks, part A</vt:lpstr>
      <vt:lpstr>Task 1: Meeting Minutes</vt:lpstr>
      <vt:lpstr>Task 2: Hold a Meeting</vt:lpstr>
      <vt:lpstr>Task 3: Git GUI Guide</vt:lpstr>
      <vt:lpstr>Task 3: Git Platform</vt:lpstr>
      <vt:lpstr>Task 3: Corrections to GitTutorial.docx</vt:lpstr>
      <vt:lpstr>Task 4: Prepare a list of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Tasks</dc:title>
  <dc:creator>j f</dc:creator>
  <cp:lastModifiedBy>UIC</cp:lastModifiedBy>
  <cp:revision>104</cp:revision>
  <dcterms:created xsi:type="dcterms:W3CDTF">2022-02-10T09:18:32Z</dcterms:created>
  <dcterms:modified xsi:type="dcterms:W3CDTF">2026-03-04T08:25:40Z</dcterms:modified>
</cp:coreProperties>
</file>